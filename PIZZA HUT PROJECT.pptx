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sldIdLst>
    <p:sldId id="266" r:id="rId5"/>
    <p:sldId id="308" r:id="rId6"/>
    <p:sldId id="309" r:id="rId7"/>
    <p:sldId id="310" r:id="rId8"/>
    <p:sldId id="311" r:id="rId9"/>
    <p:sldId id="312" r:id="rId10"/>
    <p:sldId id="313" r:id="rId11"/>
    <p:sldId id="314" r:id="rId12"/>
    <p:sldId id="315" r:id="rId13"/>
    <p:sldId id="317" r:id="rId14"/>
    <p:sldId id="319" r:id="rId1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19" autoAdjust="0"/>
  </p:normalViewPr>
  <p:slideViewPr>
    <p:cSldViewPr snapToGrid="0">
      <p:cViewPr varScale="1">
        <p:scale>
          <a:sx n="78" d="100"/>
          <a:sy n="78" d="100"/>
        </p:scale>
        <p:origin x="835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rikant Kale" userId="ba5306f7f10f9be2" providerId="LiveId" clId="{AE1F6097-8B2F-4078-AF55-8E7E3E23B16B}"/>
    <pc:docChg chg="delSld modSld">
      <pc:chgData name="Shrikant Kale" userId="ba5306f7f10f9be2" providerId="LiveId" clId="{AE1F6097-8B2F-4078-AF55-8E7E3E23B16B}" dt="2025-11-23T12:02:49.903" v="1" actId="47"/>
      <pc:docMkLst>
        <pc:docMk/>
      </pc:docMkLst>
      <pc:sldChg chg="modSp mod">
        <pc:chgData name="Shrikant Kale" userId="ba5306f7f10f9be2" providerId="LiveId" clId="{AE1F6097-8B2F-4078-AF55-8E7E3E23B16B}" dt="2025-11-23T12:02:27.048" v="0" actId="27107"/>
        <pc:sldMkLst>
          <pc:docMk/>
          <pc:sldMk cId="265522590" sldId="308"/>
        </pc:sldMkLst>
        <pc:spChg chg="mod">
          <ac:chgData name="Shrikant Kale" userId="ba5306f7f10f9be2" providerId="LiveId" clId="{AE1F6097-8B2F-4078-AF55-8E7E3E23B16B}" dt="2025-11-23T12:02:27.048" v="0" actId="27107"/>
          <ac:spMkLst>
            <pc:docMk/>
            <pc:sldMk cId="265522590" sldId="308"/>
            <ac:spMk id="5" creationId="{46A35FC3-39F7-5F58-CF00-05D867054CBD}"/>
          </ac:spMkLst>
        </pc:spChg>
      </pc:sldChg>
      <pc:sldChg chg="del">
        <pc:chgData name="Shrikant Kale" userId="ba5306f7f10f9be2" providerId="LiveId" clId="{AE1F6097-8B2F-4078-AF55-8E7E3E23B16B}" dt="2025-11-23T12:02:49.903" v="1" actId="47"/>
        <pc:sldMkLst>
          <pc:docMk/>
          <pc:sldMk cId="1967019161" sldId="318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872932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89807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223314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576118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8083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017711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507016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01302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8826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160147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6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F452A527-3631-41ED-858D-3777A7D149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peak Pro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30000" y="639097"/>
            <a:ext cx="4813072" cy="3494791"/>
          </a:xfrm>
        </p:spPr>
        <p:txBody>
          <a:bodyPr>
            <a:normAutofit fontScale="90000"/>
          </a:bodyPr>
          <a:lstStyle/>
          <a:p>
            <a:r>
              <a:rPr lang="en-US" dirty="0"/>
              <a:t>PIZZA HUT PROJECT</a:t>
            </a:r>
            <a:br>
              <a:rPr lang="en-US" dirty="0"/>
            </a:b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29999" y="4455621"/>
            <a:ext cx="4829101" cy="1238616"/>
          </a:xfrm>
        </p:spPr>
        <p:txBody>
          <a:bodyPr>
            <a:normAutofit/>
          </a:bodyPr>
          <a:lstStyle/>
          <a:p>
            <a:r>
              <a:rPr lang="en-US" b="1" dirty="0"/>
              <a:t>BY Shreyash shrikrushna Kale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940CBE3-3F91-419A-A649-32AB388ECA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" y="10"/>
            <a:ext cx="6096000" cy="6857990"/>
          </a:xfrm>
          <a:prstGeom prst="rect">
            <a:avLst/>
          </a:prstGeom>
        </p:spPr>
      </p:pic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28A9C89-B313-458F-9C85-515930A51A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805053" y="4294754"/>
            <a:ext cx="43891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59158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08CB54FC-0B2A-4107-9A70-958B90B765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6A47F5C-50EC-416A-AE8C-6F6BB42256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1685" y="634946"/>
            <a:ext cx="5127171" cy="1450757"/>
          </a:xfrm>
        </p:spPr>
        <p:txBody>
          <a:bodyPr>
            <a:normAutofit/>
          </a:bodyPr>
          <a:lstStyle/>
          <a:p>
            <a:r>
              <a:rPr lang="en-US"/>
              <a:t>                                   Hello </a:t>
            </a:r>
            <a:endParaRPr lang="en-US" dirty="0"/>
          </a:p>
        </p:txBody>
      </p:sp>
      <p:pic>
        <p:nvPicPr>
          <p:cNvPr id="7" name="Picture 6" descr="A red circle with white text&#10;&#10;AI-generated content may be incorrect.">
            <a:extLst>
              <a:ext uri="{FF2B5EF4-FFF2-40B4-BE49-F238E27FC236}">
                <a16:creationId xmlns:a16="http://schemas.microsoft.com/office/drawing/2014/main" id="{2795DA5A-08F1-E47C-C027-1E1E8988C4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3192" y="711306"/>
            <a:ext cx="5115347" cy="5115347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7855A9B5-1710-4B19-B0F1-CDFDD4ED5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514044" y="2246569"/>
            <a:ext cx="457200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6A35FC3-39F7-5F58-CF00-05D867054C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11684" y="2407436"/>
            <a:ext cx="5127172" cy="3461658"/>
          </a:xfrm>
        </p:spPr>
        <p:txBody>
          <a:bodyPr>
            <a:normAutofit/>
          </a:bodyPr>
          <a:lstStyle/>
          <a:p>
            <a:r>
              <a:rPr lang="en-US" dirty="0"/>
              <a:t>My Name is Shreyash Shrikrushna Kale, In This project I have utilized SQL queries to solve a question that Where related to pizzas Sale.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AA76026-5689-4584-8D93-D71D739E61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6400800"/>
            <a:ext cx="12192000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522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BB671-F980-9771-4A49-125203570D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Retrieve the total number of orders placed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FB4FBD-4948-C77E-DF00-C53D21C137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4518" y="2189527"/>
            <a:ext cx="5093873" cy="2441196"/>
          </a:xfrm>
          <a:prstGeom prst="rect">
            <a:avLst/>
          </a:prstGeom>
        </p:spPr>
      </p:pic>
      <p:pic>
        <p:nvPicPr>
          <p:cNvPr id="15" name="Picture 14" descr="A pizza with mushrooms and peppers on a wooden board">
            <a:extLst>
              <a:ext uri="{FF2B5EF4-FFF2-40B4-BE49-F238E27FC236}">
                <a16:creationId xmlns:a16="http://schemas.microsoft.com/office/drawing/2014/main" id="{7949B9C4-AB52-26FC-2F0D-330E206B5F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8705" y="4158965"/>
            <a:ext cx="2466975" cy="1847850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DE611921-ECB4-84C2-070E-2237E0EA7B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87631" y="2170677"/>
            <a:ext cx="2234561" cy="19882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8863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4F07C2-254D-A981-B15A-D2B3C54FA3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Calculate the total revenue generated from pizza sales.</a:t>
            </a:r>
          </a:p>
        </p:txBody>
      </p:sp>
      <p:pic>
        <p:nvPicPr>
          <p:cNvPr id="7" name="Picture 6" descr="A pizza with mushrooms and peppers on a wooden board&#10;&#10;AI-generated content may be incorrect.">
            <a:extLst>
              <a:ext uri="{FF2B5EF4-FFF2-40B4-BE49-F238E27FC236}">
                <a16:creationId xmlns:a16="http://schemas.microsoft.com/office/drawing/2014/main" id="{BF4F82E9-0EFD-CF3E-0230-87A05D324E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8186" y="4196716"/>
            <a:ext cx="2466975" cy="1847850"/>
          </a:xfrm>
          <a:prstGeom prst="rect">
            <a:avLst/>
          </a:prstGeom>
        </p:spPr>
      </p:pic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2A66D1A8-D7C7-9C05-9242-40979AA187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191414" y="2123894"/>
            <a:ext cx="5432670" cy="2788348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A25F40DD-EFCE-1E6B-60EA-4B775D09DB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9409" y="2152537"/>
            <a:ext cx="2019582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451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D32967-1034-7892-5D7A-E9F4842CCB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highest priced pizza</a:t>
            </a:r>
          </a:p>
        </p:txBody>
      </p:sp>
      <p:pic>
        <p:nvPicPr>
          <p:cNvPr id="7" name="Picture 6" descr="A pizza with mushrooms and peppers on a wooden board">
            <a:extLst>
              <a:ext uri="{FF2B5EF4-FFF2-40B4-BE49-F238E27FC236}">
                <a16:creationId xmlns:a16="http://schemas.microsoft.com/office/drawing/2014/main" id="{CF5C24FB-B0AD-566C-31BC-3470FC723E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91923" y="3983001"/>
            <a:ext cx="2466975" cy="1847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D796866-79D1-03FC-F333-C23E8C6790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0558" y="2051832"/>
            <a:ext cx="6003042" cy="280464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EA4DEDA-A595-47AE-707F-0EC72D7794B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29737" y="2123323"/>
            <a:ext cx="2124371" cy="1676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4565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A32022-EC67-51A4-B697-80D20E70C8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Identify the most common pizza size ordered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F3006F4-714A-5FBC-5153-A85491323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0480" y="2195340"/>
            <a:ext cx="6725919" cy="3362180"/>
          </a:xfrm>
          <a:prstGeom prst="rect">
            <a:avLst/>
          </a:prstGeom>
        </p:spPr>
      </p:pic>
      <p:pic>
        <p:nvPicPr>
          <p:cNvPr id="7" name="Picture 6" descr="A pizza with mushrooms and peppers on a wooden board">
            <a:extLst>
              <a:ext uri="{FF2B5EF4-FFF2-40B4-BE49-F238E27FC236}">
                <a16:creationId xmlns:a16="http://schemas.microsoft.com/office/drawing/2014/main" id="{71C8AA43-D081-7007-BD17-BA2D69781A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70717" y="4323243"/>
            <a:ext cx="2466975" cy="184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8BF32AA3-0387-41F1-BBAA-2939989850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6813" y="2125000"/>
            <a:ext cx="1886213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1858560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E134AC-45C0-A9A3-17BA-5A0228F2D1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List the top 5 most ordered pizza types along with their quantities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3959203-6E44-3E3C-CFD0-089BD216AF7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05810" y="2014340"/>
            <a:ext cx="6110990" cy="3614300"/>
          </a:xfrm>
          <a:prstGeom prst="rect">
            <a:avLst/>
          </a:prstGeom>
        </p:spPr>
      </p:pic>
      <p:pic>
        <p:nvPicPr>
          <p:cNvPr id="7" name="Picture 6" descr="A pizza with mushrooms and peppers on a wooden board&#10;&#10;AI-generated content may be incorrect.">
            <a:extLst>
              <a:ext uri="{FF2B5EF4-FFF2-40B4-BE49-F238E27FC236}">
                <a16:creationId xmlns:a16="http://schemas.microsoft.com/office/drawing/2014/main" id="{ADDD2A0B-FC5D-2CAD-6B98-81E00F2190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89964" y="4196716"/>
            <a:ext cx="2466975" cy="184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E179D17E-9328-81A6-B956-998388BA685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94330" y="2152537"/>
            <a:ext cx="2991267" cy="16290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56573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4A1067-98EF-D28E-C004-01EC0AB5A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necessary tables to find the total quantity of each pizza category ordered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4645991D-C285-207E-E842-B49E031A88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80161" y="2072640"/>
            <a:ext cx="5163170" cy="2810636"/>
          </a:xfrm>
          <a:prstGeom prst="rect">
            <a:avLst/>
          </a:prstGeom>
        </p:spPr>
      </p:pic>
      <p:pic>
        <p:nvPicPr>
          <p:cNvPr id="11" name="Picture 10" descr="A pizza with mushrooms and peppers on a wooden board">
            <a:extLst>
              <a:ext uri="{FF2B5EF4-FFF2-40B4-BE49-F238E27FC236}">
                <a16:creationId xmlns:a16="http://schemas.microsoft.com/office/drawing/2014/main" id="{5A0290BA-59BD-39C0-6858-8DD421F724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3841" y="4196716"/>
            <a:ext cx="2466975" cy="184785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5401B020-8E10-F4E4-1898-3955B64AD9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7654" y="2072640"/>
            <a:ext cx="2370624" cy="1991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0101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21C533-C674-A4D1-98FA-60374054EC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-- Join relevant tables to find category-wise distribution of pizzas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15553E00-E217-878C-4B6E-BD14100684B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90432" y="2040037"/>
            <a:ext cx="6123091" cy="1617563"/>
          </a:xfrm>
          <a:prstGeom prst="rect">
            <a:avLst/>
          </a:prstGeom>
        </p:spPr>
      </p:pic>
      <p:pic>
        <p:nvPicPr>
          <p:cNvPr id="9" name="Picture 8" descr="A pizza with mushrooms and peppers on a wooden board&#10;&#10;AI-generated content may be incorrect.">
            <a:extLst>
              <a:ext uri="{FF2B5EF4-FFF2-40B4-BE49-F238E27FC236}">
                <a16:creationId xmlns:a16="http://schemas.microsoft.com/office/drawing/2014/main" id="{225BFADB-449B-8EFD-AA20-9AA7FC8D18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17554" y="4099958"/>
            <a:ext cx="2466975" cy="184785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7830E79-E12C-E7BD-3E06-1C8DE82D15D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03037" y="2123210"/>
            <a:ext cx="2732883" cy="1696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6517589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1AB49-F9CC-9511-DB1D-3D68B8E700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the top 3 most ordered pizza types based on revenue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488F545E-715D-6320-F940-85875D35154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30961" y="2184400"/>
            <a:ext cx="6502400" cy="2798755"/>
          </a:xfrm>
          <a:prstGeom prst="rect">
            <a:avLst/>
          </a:prstGeom>
        </p:spPr>
      </p:pic>
      <p:pic>
        <p:nvPicPr>
          <p:cNvPr id="7" name="Picture 6" descr="A pizza with mushrooms and peppers on a wooden board&#10;&#10;AI-generated content may be incorrect.">
            <a:extLst>
              <a:ext uri="{FF2B5EF4-FFF2-40B4-BE49-F238E27FC236}">
                <a16:creationId xmlns:a16="http://schemas.microsoft.com/office/drawing/2014/main" id="{89DD2235-8E84-00C6-6A4A-F1C68FA7584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4512" y="4196716"/>
            <a:ext cx="2466975" cy="184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DB641D6D-5D57-43ED-630D-0AD0711EDA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2465" y="2083686"/>
            <a:ext cx="2746815" cy="1581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917471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B206F-5DE0-8FDD-C3D7-B437823091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Determine the top 3 most ordered pizza types based on revenue for each pizza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9B782C7-85B1-687B-BB2E-9CBB2AF502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239867" y="1884680"/>
            <a:ext cx="5933093" cy="3760788"/>
          </a:xfrm>
          <a:prstGeom prst="rect">
            <a:avLst/>
          </a:prstGeom>
        </p:spPr>
      </p:pic>
      <p:pic>
        <p:nvPicPr>
          <p:cNvPr id="7" name="Picture 6" descr="A pizza with mushrooms and peppers on a wooden board&#10;&#10;AI-generated content may be incorrect.">
            <a:extLst>
              <a:ext uri="{FF2B5EF4-FFF2-40B4-BE49-F238E27FC236}">
                <a16:creationId xmlns:a16="http://schemas.microsoft.com/office/drawing/2014/main" id="{768E3670-5E91-08F2-D491-DF0601AD06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9330" y="4196716"/>
            <a:ext cx="2466975" cy="1847850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E0E7E9-4087-D85D-4C24-7C40300A59C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076" y="2145598"/>
            <a:ext cx="3277057" cy="1619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360495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VTI">
  <a:themeElements>
    <a:clrScheme name="">
      <a:dk1>
        <a:srgbClr val="000000"/>
      </a:dk1>
      <a:lt1>
        <a:srgbClr val="FFFFFF"/>
      </a:lt1>
      <a:dk2>
        <a:srgbClr val="243541"/>
      </a:dk2>
      <a:lt2>
        <a:srgbClr val="E2E5E8"/>
      </a:lt2>
      <a:accent1>
        <a:srgbClr val="E88B33"/>
      </a:accent1>
      <a:accent2>
        <a:srgbClr val="AEA33A"/>
      </a:accent2>
      <a:accent3>
        <a:srgbClr val="8CAB4A"/>
      </a:accent3>
      <a:accent4>
        <a:srgbClr val="57B636"/>
      </a:accent4>
      <a:accent5>
        <a:srgbClr val="2EBA43"/>
      </a:accent5>
      <a:accent6>
        <a:srgbClr val="33B67D"/>
      </a:accent6>
      <a:hlink>
        <a:srgbClr val="5F84A8"/>
      </a:hlink>
      <a:folHlink>
        <a:srgbClr val="7F7F7F"/>
      </a:folHlink>
    </a:clrScheme>
    <a:fontScheme name="Retrospect">
      <a:majorFont>
        <a:latin typeface="Georgia Pro Cond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Speak Pro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ABE3C30C-0FC0-4450-828E-52DE70F1BCCB}" vid="{A6E2497D-935A-4CFD-B9FD-6DCB15FA68BF}"/>
    </a:ext>
  </a:extLst>
</a:theme>
</file>

<file path=ppt/theme/themeOverride1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ppt/theme/themeOverride2.xml><?xml version="1.0" encoding="utf-8"?>
<a:themeOverride xmlns:a="http://schemas.openxmlformats.org/drawingml/2006/main">
  <a:clrScheme name="Custom 40">
    <a:dk1>
      <a:sysClr val="windowText" lastClr="000000"/>
    </a:dk1>
    <a:lt1>
      <a:sysClr val="window" lastClr="FFFFFF"/>
    </a:lt1>
    <a:dk2>
      <a:srgbClr val="545D57"/>
    </a:dk2>
    <a:lt2>
      <a:srgbClr val="EBEBE8"/>
    </a:lt2>
    <a:accent1>
      <a:srgbClr val="579858"/>
    </a:accent1>
    <a:accent2>
      <a:srgbClr val="ED583E"/>
    </a:accent2>
    <a:accent3>
      <a:srgbClr val="D3BA59"/>
    </a:accent3>
    <a:accent4>
      <a:srgbClr val="4C94AC"/>
    </a:accent4>
    <a:accent5>
      <a:srgbClr val="A09E84"/>
    </a:accent5>
    <a:accent6>
      <a:srgbClr val="FC7D4A"/>
    </a:accent6>
    <a:hlink>
      <a:srgbClr val="04A2DA"/>
    </a:hlink>
    <a:folHlink>
      <a:srgbClr val="808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a410dd7f93c95333ffa1b60ed6adedd1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a936d9baba76aa3866493feff160faab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1F006B4-A9E1-4F39-85C8-FB836F919348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8F3CD65D-61A5-43C9-A837-6EC73C7DA8A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customXml/itemProps3.xml><?xml version="1.0" encoding="utf-8"?>
<ds:datastoreItem xmlns:ds="http://schemas.openxmlformats.org/officeDocument/2006/customXml" ds:itemID="{16377351-63A1-4C2E-8C9A-66CDD70F16AC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{007BD063-5457-4C10-B715-29BBD674C935}TF235124e3-e6db-4c6d-93c8-733f2fadbc609fb6f57c_win32-b1e91d96f19e</Template>
  <TotalTime>63</TotalTime>
  <Words>125</Words>
  <Application>Microsoft Office PowerPoint</Application>
  <PresentationFormat>Widescreen</PresentationFormat>
  <Paragraphs>13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Calibri</vt:lpstr>
      <vt:lpstr>Georgia Pro Cond Light</vt:lpstr>
      <vt:lpstr>Speak Pro</vt:lpstr>
      <vt:lpstr>RetrospectVTI</vt:lpstr>
      <vt:lpstr>PIZZA HUT PROJECT </vt:lpstr>
      <vt:lpstr>                                   Hello </vt:lpstr>
      <vt:lpstr>Retrieve the total number of orders placed</vt:lpstr>
      <vt:lpstr>Calculate the total revenue generated from pizza sales.</vt:lpstr>
      <vt:lpstr>Identify the highest priced pizza</vt:lpstr>
      <vt:lpstr>Identify the most common pizza size ordered</vt:lpstr>
      <vt:lpstr>List the top 5 most ordered pizza types along with their quantities</vt:lpstr>
      <vt:lpstr>Join the necessary tables to find the total quantity of each pizza category ordered</vt:lpstr>
      <vt:lpstr>-- Join relevant tables to find category-wise distribution of pizzas</vt:lpstr>
      <vt:lpstr>Determine the top 3 most ordered pizza types based on revenue</vt:lpstr>
      <vt:lpstr>Determine the top 3 most ordered pizza types based on revenue for each pizza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Shrikant Kale</dc:creator>
  <cp:lastModifiedBy>Shrikant Kale</cp:lastModifiedBy>
  <cp:revision>1</cp:revision>
  <dcterms:created xsi:type="dcterms:W3CDTF">2025-11-23T10:58:52Z</dcterms:created>
  <dcterms:modified xsi:type="dcterms:W3CDTF">2025-11-23T12:02:59Z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